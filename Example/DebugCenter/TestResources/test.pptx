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123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123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文字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项羽</cp:lastModifiedBy>
  <cp:revision>164</cp:revision>
  <dcterms:created xsi:type="dcterms:W3CDTF">2026-07-25T13:22:16Z</dcterms:created>
  <dcterms:modified xsi:type="dcterms:W3CDTF">2026-07-25T13:22:16Z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647FA1D15008475673B8646A87758884_41</vt:lpwstr>
  </property>
</Properties>
</file>